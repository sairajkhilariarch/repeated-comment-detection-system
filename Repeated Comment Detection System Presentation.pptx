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us Jakarta Sans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2b846a99-33fb-4b2d-b162-fa88155fbed4.fntdata" /><ns0:Relationship Id="rIdFont17" Type="http://schemas.openxmlformats.org/officeDocument/2006/relationships/font" Target="fonts/a2457c0e-494c-4eea-8b30-bc9bb38ae73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267325"/>
            <a:ext cx="10972800" cy="981075"/>
          </a:xfrm>
          <a:prstGeom prst="roundRect">
            <a:avLst>
              <a:gd name="adj" fmla="val 15533"/>
            </a:avLst>
          </a:prstGeom>
          <a:solidFill>
            <a:srgbClr val="1A2436"/>
          </a:solidFill>
          <a:ln w="9525">
            <a:solidFill>
              <a:srgbClr val="17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TINY SYSTEMS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62025"/>
            <a:ext cx="11582400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Repeated Comment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683990"/>
            <a:ext cx="8334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A High-Performance Concurrent Stream Filter Written in 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5543550"/>
            <a:ext cx="1845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GROUP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5753100"/>
            <a:ext cx="1845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Engineering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1225" y="5572125"/>
            <a:ext cx="2202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26PG110058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91225" y="5743575"/>
            <a:ext cx="2202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Sandipkumar M. Bhuriya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8150" y="5572125"/>
            <a:ext cx="1940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26PG110059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8150" y="5743575"/>
            <a:ext cx="1940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Khilari Sairaj Rajendra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15525" y="5572125"/>
            <a:ext cx="1643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26PG110065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15525" y="5743575"/>
            <a:ext cx="1643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Gohil Bhavdeep J.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8887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528887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28887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90837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89083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890837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CONTEXT &amp;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High-Volume Comment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7661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Spam Bot Floods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7290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Malicious payloads and repetitive advertisement links degrade user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37661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Exact Duplicates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7290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Users repeatedly posting identical text threads without adding original discussion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37661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Near Duplicates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7290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Slight variations with modified punctuation or extra characters to bypass strict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1762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71762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00350"/>
            <a:ext cx="3505200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ARCHITECTURE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Concurrent Stream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986087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2337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File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86162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Loads comment records strictly from external dataset file (`comments.txt`).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2986087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2337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MPSC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586162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Simulates real-time feeds using multi-producer single-consumer thread architecture.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114675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Step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36232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Detector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714750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Evaluates incoming stream against sliding window history buffers.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0287"/>
            <a:ext cx="5343525" cy="2743200"/>
          </a:xfrm>
          <a:prstGeom prst="roundRect">
            <a:avLst>
              <a:gd name="adj" fmla="val 41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614612"/>
            <a:ext cx="5324475" cy="211455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CORE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Robust Text Normalization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652712"/>
            <a:ext cx="608826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Normalization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957512"/>
            <a:ext cx="5591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EXAMPLE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243262"/>
            <a:ext cx="5591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Raw Input: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519487"/>
            <a:ext cx="5591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monospace"/>
              </a:rPr>
              <a:t>"Hello, World!!! This is a Test..."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910012"/>
            <a:ext cx="5591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Normalized 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186237"/>
            <a:ext cx="5591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monospace"/>
              </a:rPr>
              <a:t>"hello world this is a test"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071812"/>
            <a:ext cx="47339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Case Folding: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Converts all alphabetic characters to lowercase.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662362"/>
            <a:ext cx="47339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Punctuation Stripping: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Removes symbols and special characters.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252912"/>
            <a:ext cx="47339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Whitespace Collapse: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Trims excess spaces into single word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2927"/>
            <a:ext cx="5334000" cy="1457920"/>
          </a:xfrm>
          <a:prstGeom prst="roundRect">
            <a:avLst>
              <a:gd name="adj" fmla="val 78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409825"/>
            <a:ext cx="5334000" cy="2524125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171" y="3295352"/>
            <a:ext cx="2278856" cy="38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SIMILARITY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Token-Based Jaccard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428" y="3829347"/>
            <a:ext cx="4274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Intersection over union of word token 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762250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Detection Thresholds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181350"/>
            <a:ext cx="5591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Exact Match: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100% normalized token equivalence.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552825"/>
            <a:ext cx="4724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Near Duplicate: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Similarity score greater than or equal to 0.75.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143375"/>
            <a:ext cx="4724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Unique Comment: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Score below threshold, approved for stream.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8887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528887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28887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90837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890837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SECURITY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Spam Heuristics &amp; Bot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37661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Character Repetition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290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Flags payloads where consecutive repeated characters exceed 60% of total length.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37661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Bot Payloads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290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Detects known malicious promotional links and free gift card scams instantly.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37661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Early Interception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29037"/>
            <a:ext cx="29718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Spam heuristics are evaluated first before costly Jaccard similarity lookups.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19362"/>
            <a:ext cx="5334000" cy="2305050"/>
          </a:xfrm>
          <a:prstGeom prst="roundRect">
            <a:avLst>
              <a:gd name="adj" fmla="val 4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19362"/>
            <a:ext cx="5334000" cy="2305050"/>
          </a:xfrm>
          <a:prstGeom prst="roundRect">
            <a:avLst>
              <a:gd name="adj" fmla="val 4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MEMORY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Sliding Window History Buffer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871787"/>
            <a:ext cx="607575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Per-Post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290887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Maintains a dedicated history vector grouped by unique `post_id` parameters.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957637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Enforces maximum capacity limits (e.g., 50 historical comments per post) to optimize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2871787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FIFO Eviction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290887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Oldest historical records are automatically evicted when buffer capacity is reached.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957637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Ensures O(N) evaluation speed per incoming comment without unbounded growth.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8925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28925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28925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PERFORMANCE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572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Live Simulation Audit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356" y="3143250"/>
            <a:ext cx="359568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lus Jakarta Sa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356" y="3981450"/>
            <a:ext cx="3595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Total Comments Processed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8156" y="3143250"/>
            <a:ext cx="359568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DC2626"/>
                </a:solidFill>
                <a:latin typeface="Plus Jakarta Sans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8156" y="3981450"/>
            <a:ext cx="3595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Flagged / Duplicates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1956" y="3143250"/>
            <a:ext cx="359568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16A34A"/>
                </a:solidFill>
                <a:latin typeface="Plus Jakarta Sans"/>
              </a:rPr>
              <a:t>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1956" y="3981450"/>
            <a:ext cx="3595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Clean Unique Comments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91200" y="430530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8921" y="2514600"/>
            <a:ext cx="2774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GROUP 4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0765" y="2867025"/>
            <a:ext cx="3750468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0359" y="3724275"/>
            <a:ext cx="26312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